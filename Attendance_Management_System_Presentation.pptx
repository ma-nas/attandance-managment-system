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212F3D"/>
                </a:solidFill>
                <a:latin typeface="Segoe UI"/>
              </a:rPr>
              <a:t>Attendance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566573"/>
                </a:solidFill>
                <a:latin typeface="Segoe UI"/>
              </a:rPr>
              <a:t>A Modern, Cloud-Based Academic Platform</a:t>
            </a:r>
          </a:p>
          <a:p/>
          <a:p>
            <a:r>
              <a:rPr sz="2400">
                <a:solidFill>
                  <a:srgbClr val="566573"/>
                </a:solidFill>
                <a:latin typeface="Segoe UI"/>
              </a:rPr>
              <a:t>Developed by:</a:t>
            </a:r>
          </a:p>
          <a:p>
            <a:r>
              <a:rPr sz="2400">
                <a:solidFill>
                  <a:srgbClr val="566573"/>
                </a:solidFill>
                <a:latin typeface="Segoe UI"/>
              </a:rPr>
              <a:t>Manas Mishra</a:t>
            </a:r>
          </a:p>
          <a:p>
            <a:r>
              <a:rPr sz="2400">
                <a:solidFill>
                  <a:srgbClr val="566573"/>
                </a:solidFill>
                <a:latin typeface="Segoe UI"/>
              </a:rPr>
              <a:t>Malli Akhil</a:t>
            </a:r>
          </a:p>
          <a:p/>
          <a:p>
            <a:r>
              <a:rPr sz="2400">
                <a:solidFill>
                  <a:srgbClr val="566573"/>
                </a:solidFill>
                <a:latin typeface="Segoe UI"/>
              </a:rPr>
              <a:t>Jain (Deemed-to-be University)</a:t>
            </a:r>
          </a:p>
          <a:p/>
          <a:p>
            <a:r>
              <a:rPr sz="2400">
                <a:solidFill>
                  <a:srgbClr val="566573"/>
                </a:solidFill>
                <a:latin typeface="Segoe UI"/>
              </a:rPr>
              <a:t>GitHub: github.com/Ma-nas/Attandance-Managment-system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12F3D"/>
                </a:solidFill>
                <a:latin typeface="Segoe UI"/>
              </a:rPr>
              <a:t>1. 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Background: Educational institutions rely heavily on accurate attendance tracking.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Problem: Traditional paper-based methods are time-consuming and error-prone.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Lack of Transparency: Students lack real-time visibility into their attendance.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Administrative Overhead: Consolidating manual records delays interventions.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12F3D"/>
                </a:solidFill>
                <a:latin typeface="Segoe UI"/>
              </a:rPr>
              <a:t>2.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Centralized Database: Secure storage for all academic attendance records.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Role-Based Access Control (RBAC): Strict separation of Admin, Trainer, and Student roles.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Real-Time Tracking: Instant visibility for students regarding their academic standing.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Responsive UI: A highly accessible web interface usable on mobile and desktop.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12F3D"/>
                </a:solidFill>
                <a:latin typeface="Segoe UI"/>
              </a:rPr>
              <a:t>3.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Client-Server Architecture: Decoupled frontend and backend.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Frontend: React (Vite) with TypeScript and Tailwind CSS.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Backend: Java 21, Spring Boot REST APIs.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Database: PostgreSQL for reliable relational data storage.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Authentication: Secure JWT (JSON Web Token)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12F3D"/>
                </a:solidFill>
                <a:latin typeface="Segoe UI"/>
              </a:rPr>
              <a:t>4. Key Features &amp;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Admin Module: Manage users, departments, subjects, and view global stats.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Trainer Module: Interactive dashboard to instantly mark daily attendance.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Student Module: Personalized view of current attendance percentage and events.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Security: Protected API endpoints and encrypted credentials.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12F3D"/>
                </a:solidFill>
                <a:latin typeface="Segoe UI"/>
              </a:rPr>
              <a:t>5. Interface: Secure Login Portal</a:t>
            </a:r>
          </a:p>
        </p:txBody>
      </p:sp>
      <p:pic>
        <p:nvPicPr>
          <p:cNvPr id="3" name="Picture 2" descr="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35691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12F3D"/>
                </a:solidFill>
                <a:latin typeface="Segoe UI"/>
              </a:rPr>
              <a:t>6. Interface: Admin Center</a:t>
            </a:r>
          </a:p>
        </p:txBody>
      </p:sp>
      <p:pic>
        <p:nvPicPr>
          <p:cNvPr id="3" name="Picture 2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35885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12F3D"/>
                </a:solidFill>
                <a:latin typeface="Segoe UI"/>
              </a:rPr>
              <a:t>7. Interface: Trainer Portal</a:t>
            </a:r>
          </a:p>
        </p:txBody>
      </p:sp>
      <p:pic>
        <p:nvPicPr>
          <p:cNvPr id="3" name="Picture 2" descr="train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35576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12F3D"/>
                </a:solidFill>
                <a:latin typeface="Segoe UI"/>
              </a:rPr>
              <a:t>8. Results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Results: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- Sub-second response time for attendance submission.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- Complete elimination of manual ledger calculations.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Future Scope: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- Biometric / RFID Scanner Integration.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- Automated warning emails to parents.</a:t>
            </a:r>
          </a:p>
          <a:p>
            <a:pPr>
              <a:spcAft>
                <a:spcPts val="1400"/>
              </a:spcAft>
              <a:defRPr sz="2200">
                <a:solidFill>
                  <a:srgbClr val="323232"/>
                </a:solidFill>
                <a:latin typeface="Segoe UI"/>
              </a:defRPr>
            </a:pPr>
            <a:r>
              <a:t>- AI/ML analytics to predict and prevent student dropouts.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212F3D"/>
                </a:solidFill>
                <a:latin typeface="Segoe UI"/>
              </a:rP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566573"/>
                </a:solidFill>
                <a:latin typeface="Segoe UI"/>
              </a:rPr>
              <a:t>The AMS provides a highly efficient, paperless solution for academic administration.</a:t>
            </a:r>
          </a:p>
          <a:p/>
          <a:p>
            <a:r>
              <a:rPr sz="2400">
                <a:solidFill>
                  <a:srgbClr val="566573"/>
                </a:solidFill>
                <a:latin typeface="Segoe UI"/>
              </a:rPr>
              <a:t>Thank You!</a:t>
            </a:r>
          </a:p>
          <a:p>
            <a:r>
              <a:rPr sz="2400">
                <a:solidFill>
                  <a:srgbClr val="566573"/>
                </a:solidFill>
                <a:latin typeface="Segoe U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