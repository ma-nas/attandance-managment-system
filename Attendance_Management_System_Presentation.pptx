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Attendance Management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Modern, Role-Based Web Application</a:t>
            </a:r>
          </a:p>
          <a:p/>
          <a:p>
            <a:r>
              <a:t>By [Your Name] / [USN]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Traditional attendance methods are manual and paper-based.</a:t>
            </a:r>
          </a:p>
          <a:p>
            <a:pPr/>
            <a:r>
              <a:t>High risk of proxy attendance and human error.</a:t>
            </a:r>
          </a:p>
          <a:p>
            <a:pPr/>
            <a:r>
              <a:t>Time-consuming administrative consolidation.</a:t>
            </a:r>
          </a:p>
          <a:p>
            <a:pPr/>
            <a:r>
              <a:t>Lack of real-time visibility for students and administration.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centralized, cloud-ready web application for real-time tracking.</a:t>
            </a:r>
          </a:p>
          <a:p>
            <a:pPr/>
            <a:r>
              <a:t>Strict Role-Based Access Control (RBAC) for Admins, Trainers, and Students.</a:t>
            </a:r>
          </a:p>
          <a:p>
            <a:pPr/>
            <a:r>
              <a:t>Interactive dashboard for rapid attendance marking by trainers.</a:t>
            </a:r>
          </a:p>
          <a:p>
            <a:pPr/>
            <a:r>
              <a:t>Real-time analytics and transparency for students.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System Architecture &amp; 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Frontend: React (Vite), TypeScript, Tailwind CSS, TanStack Query.</a:t>
            </a:r>
          </a:p>
          <a:p>
            <a:pPr/>
            <a:r>
              <a:t>Backend: Java 21, Spring Boot (REST APIs), Spring Data JPA.</a:t>
            </a:r>
          </a:p>
          <a:p>
            <a:pPr/>
            <a:r>
              <a:t>Database: PostgreSQL for reliable, relational data storage.</a:t>
            </a:r>
          </a:p>
          <a:p>
            <a:pPr/>
            <a:r>
              <a:t>Security: Spring Security with JWT token-based authentication.</a:t>
            </a:r>
          </a:p>
          <a:p>
            <a:pPr/>
            <a:r>
              <a:t>Architecture: Client-Server with isolated business logic and presentation layers.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Interface: Login Portal</a:t>
            </a:r>
          </a:p>
        </p:txBody>
      </p:sp>
      <p:pic>
        <p:nvPicPr>
          <p:cNvPr id="3" name="Picture 2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8192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Interface: Admin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Interface: Trainer Interface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719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Conclusion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Conclusion:</a:t>
            </a:r>
          </a:p>
          <a:p>
            <a:pPr/>
            <a:r>
              <a:t>- Successfully digitized the attendance workflow with a sub-second response rate.</a:t>
            </a:r>
          </a:p>
          <a:p>
            <a:pPr/>
            <a:r>
              <a:t>- Reduced administrative overhead significantly.</a:t>
            </a:r>
          </a:p>
          <a:p>
            <a:pPr/>
            <a:r>
              <a:t>Future Enhancements:</a:t>
            </a:r>
          </a:p>
          <a:p>
            <a:pPr/>
            <a:r>
              <a:t>- Integration with Biometric or RFID scanners.</a:t>
            </a:r>
          </a:p>
          <a:p>
            <a:pPr/>
            <a:r>
              <a:t>- Automated warning emails to parents for low attendance.</a:t>
            </a:r>
          </a:p>
          <a:p>
            <a:pPr/>
            <a:r>
              <a:t>- Machine Learning analytics to predict student dropout rates.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